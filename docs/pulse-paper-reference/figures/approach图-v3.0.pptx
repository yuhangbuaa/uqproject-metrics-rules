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7920970" cy="719899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3" userDrawn="1">
          <p15:clr>
            <a:srgbClr val="A4A3A4"/>
          </p15:clr>
        </p15:guide>
        <p15:guide id="2" pos="56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DF9"/>
    <a:srgbClr val="E3F0D4"/>
    <a:srgbClr val="FBE5D6"/>
    <a:srgbClr val="EDF6E5"/>
    <a:srgbClr val="EBF5E4"/>
    <a:srgbClr val="367221"/>
    <a:srgbClr val="0050B9"/>
    <a:srgbClr val="2CA9BC"/>
    <a:srgbClr val="4040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3" autoAdjust="0"/>
    <p:restoredTop sz="91174" autoAdjust="0"/>
  </p:normalViewPr>
  <p:slideViewPr>
    <p:cSldViewPr snapToGrid="0" showGuides="1">
      <p:cViewPr>
        <p:scale>
          <a:sx n="50" d="100"/>
          <a:sy n="50" d="100"/>
        </p:scale>
        <p:origin x="1464" y="800"/>
      </p:cViewPr>
      <p:guideLst>
        <p:guide orient="horz" pos="2263"/>
        <p:guide pos="565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1A588-05FB-4AF4-86A1-2AD093DABB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411163" y="1143000"/>
            <a:ext cx="76803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6E11B-CE43-406B-86A1-4BA521A1555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727200" rtl="0" eaLnBrk="1" latinLnBrk="0" hangingPunct="1">
      <a:defRPr sz="2270" kern="1200">
        <a:solidFill>
          <a:schemeClr val="tx1"/>
        </a:solidFill>
        <a:latin typeface="+mn-lt"/>
        <a:ea typeface="+mn-ea"/>
        <a:cs typeface="+mn-cs"/>
      </a:defRPr>
    </a:lvl1pPr>
    <a:lvl2pPr marL="863600" algn="l" defTabSz="1727200" rtl="0" eaLnBrk="1" latinLnBrk="0" hangingPunct="1">
      <a:defRPr sz="2270" kern="1200">
        <a:solidFill>
          <a:schemeClr val="tx1"/>
        </a:solidFill>
        <a:latin typeface="+mn-lt"/>
        <a:ea typeface="+mn-ea"/>
        <a:cs typeface="+mn-cs"/>
      </a:defRPr>
    </a:lvl2pPr>
    <a:lvl3pPr marL="1727200" algn="l" defTabSz="1727200" rtl="0" eaLnBrk="1" latinLnBrk="0" hangingPunct="1">
      <a:defRPr sz="2270" kern="1200">
        <a:solidFill>
          <a:schemeClr val="tx1"/>
        </a:solidFill>
        <a:latin typeface="+mn-lt"/>
        <a:ea typeface="+mn-ea"/>
        <a:cs typeface="+mn-cs"/>
      </a:defRPr>
    </a:lvl3pPr>
    <a:lvl4pPr marL="2590800" algn="l" defTabSz="1727200" rtl="0" eaLnBrk="1" latinLnBrk="0" hangingPunct="1">
      <a:defRPr sz="2270" kern="1200">
        <a:solidFill>
          <a:schemeClr val="tx1"/>
        </a:solidFill>
        <a:latin typeface="+mn-lt"/>
        <a:ea typeface="+mn-ea"/>
        <a:cs typeface="+mn-cs"/>
      </a:defRPr>
    </a:lvl4pPr>
    <a:lvl5pPr marL="3455035" algn="l" defTabSz="1727200" rtl="0" eaLnBrk="1" latinLnBrk="0" hangingPunct="1">
      <a:defRPr sz="2270" kern="1200">
        <a:solidFill>
          <a:schemeClr val="tx1"/>
        </a:solidFill>
        <a:latin typeface="+mn-lt"/>
        <a:ea typeface="+mn-ea"/>
        <a:cs typeface="+mn-cs"/>
      </a:defRPr>
    </a:lvl5pPr>
    <a:lvl6pPr marL="4318635" algn="l" defTabSz="1727200" rtl="0" eaLnBrk="1" latinLnBrk="0" hangingPunct="1">
      <a:defRPr sz="2270" kern="1200">
        <a:solidFill>
          <a:schemeClr val="tx1"/>
        </a:solidFill>
        <a:latin typeface="+mn-lt"/>
        <a:ea typeface="+mn-ea"/>
        <a:cs typeface="+mn-cs"/>
      </a:defRPr>
    </a:lvl6pPr>
    <a:lvl7pPr marL="5182235" algn="l" defTabSz="1727200" rtl="0" eaLnBrk="1" latinLnBrk="0" hangingPunct="1">
      <a:defRPr sz="2270" kern="1200">
        <a:solidFill>
          <a:schemeClr val="tx1"/>
        </a:solidFill>
        <a:latin typeface="+mn-lt"/>
        <a:ea typeface="+mn-ea"/>
        <a:cs typeface="+mn-cs"/>
      </a:defRPr>
    </a:lvl7pPr>
    <a:lvl8pPr marL="6045835" algn="l" defTabSz="1727200" rtl="0" eaLnBrk="1" latinLnBrk="0" hangingPunct="1">
      <a:defRPr sz="2270" kern="1200">
        <a:solidFill>
          <a:schemeClr val="tx1"/>
        </a:solidFill>
        <a:latin typeface="+mn-lt"/>
        <a:ea typeface="+mn-ea"/>
        <a:cs typeface="+mn-cs"/>
      </a:defRPr>
    </a:lvl8pPr>
    <a:lvl9pPr marL="6909435" algn="l" defTabSz="1727200" rtl="0" eaLnBrk="1" latinLnBrk="0" hangingPunct="1">
      <a:defRPr sz="22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11163" y="1143000"/>
            <a:ext cx="76803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6E11B-CE43-406B-86A1-4BA521A155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11163" y="1143000"/>
            <a:ext cx="76803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6E11B-CE43-406B-86A1-4BA521A155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0161" y="1178222"/>
            <a:ext cx="13440966" cy="2506427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0161" y="3781306"/>
            <a:ext cx="13440966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19605" indent="0" algn="ctr">
              <a:buNone/>
              <a:defRPr sz="1680"/>
            </a:lvl5pPr>
            <a:lvl6pPr marL="2399665" indent="0" algn="ctr">
              <a:buNone/>
              <a:defRPr sz="1680"/>
            </a:lvl6pPr>
            <a:lvl7pPr marL="2879725" indent="0" algn="ctr">
              <a:buNone/>
              <a:defRPr sz="1680"/>
            </a:lvl7pPr>
            <a:lvl8pPr marL="3359785" indent="0" algn="ctr">
              <a:buNone/>
              <a:defRPr sz="1680"/>
            </a:lvl8pPr>
            <a:lvl9pPr marL="3839845" indent="0" algn="ctr">
              <a:buNone/>
              <a:defRPr sz="16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754" y="1794830"/>
            <a:ext cx="15457111" cy="2994714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2754" y="4817875"/>
            <a:ext cx="15457111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1960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39966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7972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5978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3984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2089" y="1916484"/>
            <a:ext cx="7616547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72652" y="1916484"/>
            <a:ext cx="7616547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23" y="383297"/>
            <a:ext cx="15457111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4424" y="1764832"/>
            <a:ext cx="7581544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19605" indent="0">
              <a:buNone/>
              <a:defRPr sz="1680" b="1"/>
            </a:lvl5pPr>
            <a:lvl6pPr marL="2399665" indent="0">
              <a:buNone/>
              <a:defRPr sz="1680" b="1"/>
            </a:lvl6pPr>
            <a:lvl7pPr marL="2879725" indent="0">
              <a:buNone/>
              <a:defRPr sz="1680" b="1"/>
            </a:lvl7pPr>
            <a:lvl8pPr marL="3359785" indent="0">
              <a:buNone/>
              <a:defRPr sz="1680" b="1"/>
            </a:lvl8pPr>
            <a:lvl9pPr marL="3839845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24" y="2629749"/>
            <a:ext cx="7581544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72652" y="1764832"/>
            <a:ext cx="7618882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19605" indent="0">
              <a:buNone/>
              <a:defRPr sz="1680" b="1"/>
            </a:lvl5pPr>
            <a:lvl6pPr marL="2399665" indent="0">
              <a:buNone/>
              <a:defRPr sz="1680" b="1"/>
            </a:lvl6pPr>
            <a:lvl7pPr marL="2879725" indent="0">
              <a:buNone/>
              <a:defRPr sz="1680" b="1"/>
            </a:lvl7pPr>
            <a:lvl8pPr marL="3359785" indent="0">
              <a:buNone/>
              <a:defRPr sz="1680" b="1"/>
            </a:lvl8pPr>
            <a:lvl9pPr marL="3839845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72652" y="2629749"/>
            <a:ext cx="7618882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24" y="479954"/>
            <a:ext cx="5780081" cy="16798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882" y="1036569"/>
            <a:ext cx="9072652" cy="5116178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4424" y="2159794"/>
            <a:ext cx="5780081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19605" indent="0">
              <a:buNone/>
              <a:defRPr sz="1050"/>
            </a:lvl5pPr>
            <a:lvl6pPr marL="2399665" indent="0">
              <a:buNone/>
              <a:defRPr sz="1050"/>
            </a:lvl6pPr>
            <a:lvl7pPr marL="2879725" indent="0">
              <a:buNone/>
              <a:defRPr sz="1050"/>
            </a:lvl7pPr>
            <a:lvl8pPr marL="3359785" indent="0">
              <a:buNone/>
              <a:defRPr sz="1050"/>
            </a:lvl8pPr>
            <a:lvl9pPr marL="3839845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24" y="479954"/>
            <a:ext cx="5780081" cy="16798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18882" y="1036569"/>
            <a:ext cx="9072652" cy="5116178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19605" indent="0">
              <a:buNone/>
              <a:defRPr sz="2100"/>
            </a:lvl5pPr>
            <a:lvl6pPr marL="2399665" indent="0">
              <a:buNone/>
              <a:defRPr sz="2100"/>
            </a:lvl6pPr>
            <a:lvl7pPr marL="2879725" indent="0">
              <a:buNone/>
              <a:defRPr sz="2100"/>
            </a:lvl7pPr>
            <a:lvl8pPr marL="3359785" indent="0">
              <a:buNone/>
              <a:defRPr sz="2100"/>
            </a:lvl8pPr>
            <a:lvl9pPr marL="3839845" indent="0">
              <a:buNone/>
              <a:defRPr sz="2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4424" y="2159794"/>
            <a:ext cx="5780081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19605" indent="0">
              <a:buNone/>
              <a:defRPr sz="1050"/>
            </a:lvl5pPr>
            <a:lvl6pPr marL="2399665" indent="0">
              <a:buNone/>
              <a:defRPr sz="1050"/>
            </a:lvl6pPr>
            <a:lvl7pPr marL="2879725" indent="0">
              <a:buNone/>
              <a:defRPr sz="1050"/>
            </a:lvl7pPr>
            <a:lvl8pPr marL="3359785" indent="0">
              <a:buNone/>
              <a:defRPr sz="1050"/>
            </a:lvl8pPr>
            <a:lvl9pPr marL="3839845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24922" y="383297"/>
            <a:ext cx="3864278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2089" y="383297"/>
            <a:ext cx="11368817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2089" y="383297"/>
            <a:ext cx="15457111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2089" y="1916484"/>
            <a:ext cx="15457111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2088" y="6672697"/>
            <a:ext cx="403229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0FEEC-7104-4A69-A839-D9B7BEB1E5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36427" y="6672697"/>
            <a:ext cx="604843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56910" y="6672697"/>
            <a:ext cx="403229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DF92B-5086-4CAF-98BB-7C1C3204144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57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63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69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5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81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87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605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665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725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5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845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9" Type="http://schemas.openxmlformats.org/officeDocument/2006/relationships/image" Target="../media/image38.svg"/><Relationship Id="rId18" Type="http://schemas.openxmlformats.org/officeDocument/2006/relationships/image" Target="../media/image37.png"/><Relationship Id="rId17" Type="http://schemas.openxmlformats.org/officeDocument/2006/relationships/image" Target="../media/image36.svg"/><Relationship Id="rId16" Type="http://schemas.openxmlformats.org/officeDocument/2006/relationships/image" Target="../media/image35.png"/><Relationship Id="rId15" Type="http://schemas.openxmlformats.org/officeDocument/2006/relationships/image" Target="../media/image34.svg"/><Relationship Id="rId14" Type="http://schemas.openxmlformats.org/officeDocument/2006/relationships/image" Target="../media/image33.png"/><Relationship Id="rId13" Type="http://schemas.openxmlformats.org/officeDocument/2006/relationships/image" Target="../media/image32.svg"/><Relationship Id="rId12" Type="http://schemas.openxmlformats.org/officeDocument/2006/relationships/image" Target="../media/image31.png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ge1"/>
          <p:cNvSpPr/>
          <p:nvPr/>
        </p:nvSpPr>
        <p:spPr>
          <a:xfrm>
            <a:off x="303167" y="179656"/>
            <a:ext cx="5040000" cy="6840000"/>
          </a:xfrm>
          <a:prstGeom prst="roundRect">
            <a:avLst>
              <a:gd name="adj" fmla="val 7976"/>
            </a:avLst>
          </a:prstGeom>
          <a:solidFill>
            <a:srgbClr val="EF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60" dirty="0"/>
          </a:p>
        </p:txBody>
      </p:sp>
      <p:sp>
        <p:nvSpPr>
          <p:cNvPr id="15" name="Stage2"/>
          <p:cNvSpPr/>
          <p:nvPr/>
        </p:nvSpPr>
        <p:spPr>
          <a:xfrm flipH="1">
            <a:off x="6399199" y="179656"/>
            <a:ext cx="5040000" cy="6840000"/>
          </a:xfrm>
          <a:prstGeom prst="roundRect">
            <a:avLst>
              <a:gd name="adj" fmla="val 7976"/>
            </a:avLst>
          </a:prstGeom>
          <a:solidFill>
            <a:srgbClr val="F5F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60" dirty="0"/>
          </a:p>
        </p:txBody>
      </p:sp>
      <p:sp>
        <p:nvSpPr>
          <p:cNvPr id="16" name="Stage3"/>
          <p:cNvSpPr/>
          <p:nvPr/>
        </p:nvSpPr>
        <p:spPr>
          <a:xfrm>
            <a:off x="12490312" y="155170"/>
            <a:ext cx="5040000" cy="3240000"/>
          </a:xfrm>
          <a:prstGeom prst="roundRect">
            <a:avLst>
              <a:gd name="adj" fmla="val 7976"/>
            </a:avLst>
          </a:prstGeom>
          <a:solidFill>
            <a:srgbClr val="FEF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60"/>
          </a:p>
        </p:txBody>
      </p:sp>
      <p:sp>
        <p:nvSpPr>
          <p:cNvPr id="2" name="1-1"/>
          <p:cNvSpPr/>
          <p:nvPr/>
        </p:nvSpPr>
        <p:spPr>
          <a:xfrm>
            <a:off x="712655" y="1281136"/>
            <a:ext cx="4320000" cy="1800000"/>
          </a:xfrm>
          <a:prstGeom prst="roundRect">
            <a:avLst>
              <a:gd name="adj" fmla="val 7086"/>
            </a:avLst>
          </a:prstGeom>
          <a:solidFill>
            <a:schemeClr val="bg1"/>
          </a:solidFill>
          <a:ln>
            <a:solidFill>
              <a:srgbClr val="0050B9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5" dirty="0"/>
              <a:t>①</a:t>
            </a:r>
            <a:endParaRPr lang="zh-CN" altLang="en-US" sz="1015" dirty="0"/>
          </a:p>
        </p:txBody>
      </p:sp>
      <p:sp>
        <p:nvSpPr>
          <p:cNvPr id="24" name="1-2"/>
          <p:cNvSpPr/>
          <p:nvPr/>
        </p:nvSpPr>
        <p:spPr>
          <a:xfrm>
            <a:off x="731398" y="4185021"/>
            <a:ext cx="4320000" cy="2520001"/>
          </a:xfrm>
          <a:prstGeom prst="roundRect">
            <a:avLst>
              <a:gd name="adj" fmla="val 7086"/>
            </a:avLst>
          </a:prstGeom>
          <a:solidFill>
            <a:schemeClr val="bg1"/>
          </a:solidFill>
          <a:ln>
            <a:solidFill>
              <a:srgbClr val="0050B9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5" dirty="0"/>
              <a:t>①</a:t>
            </a:r>
            <a:endParaRPr lang="zh-CN" altLang="en-US" sz="1015" dirty="0"/>
          </a:p>
        </p:txBody>
      </p:sp>
      <p:sp>
        <p:nvSpPr>
          <p:cNvPr id="87" name="2-1"/>
          <p:cNvSpPr/>
          <p:nvPr/>
        </p:nvSpPr>
        <p:spPr>
          <a:xfrm>
            <a:off x="6860314" y="1286480"/>
            <a:ext cx="4320000" cy="1800000"/>
          </a:xfrm>
          <a:prstGeom prst="roundRect">
            <a:avLst>
              <a:gd name="adj" fmla="val 7086"/>
            </a:avLst>
          </a:prstGeom>
          <a:solidFill>
            <a:schemeClr val="bg1"/>
          </a:solidFill>
          <a:ln>
            <a:solidFill>
              <a:srgbClr val="4A8038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5" dirty="0"/>
              <a:t>①</a:t>
            </a:r>
            <a:endParaRPr lang="zh-CN" altLang="en-US" sz="1015" dirty="0"/>
          </a:p>
        </p:txBody>
      </p:sp>
      <p:sp>
        <p:nvSpPr>
          <p:cNvPr id="132" name="2-2"/>
          <p:cNvSpPr/>
          <p:nvPr/>
        </p:nvSpPr>
        <p:spPr>
          <a:xfrm>
            <a:off x="6860314" y="4180941"/>
            <a:ext cx="4320000" cy="2520001"/>
          </a:xfrm>
          <a:prstGeom prst="roundRect">
            <a:avLst>
              <a:gd name="adj" fmla="val 7086"/>
            </a:avLst>
          </a:prstGeom>
          <a:solidFill>
            <a:schemeClr val="bg1"/>
          </a:solidFill>
          <a:ln>
            <a:solidFill>
              <a:srgbClr val="4A8038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5" dirty="0"/>
              <a:t>①</a:t>
            </a:r>
            <a:endParaRPr lang="zh-CN" altLang="en-US" sz="1015" dirty="0"/>
          </a:p>
        </p:txBody>
      </p:sp>
      <p:sp>
        <p:nvSpPr>
          <p:cNvPr id="209" name="3-1"/>
          <p:cNvSpPr/>
          <p:nvPr/>
        </p:nvSpPr>
        <p:spPr>
          <a:xfrm>
            <a:off x="12861417" y="1319531"/>
            <a:ext cx="4320000" cy="1727432"/>
          </a:xfrm>
          <a:prstGeom prst="roundRect">
            <a:avLst>
              <a:gd name="adj" fmla="val 4002"/>
            </a:avLst>
          </a:prstGeom>
          <a:solidFill>
            <a:schemeClr val="bg1"/>
          </a:solidFill>
          <a:ln>
            <a:solidFill>
              <a:srgbClr val="E7630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/>
          </a:p>
        </p:txBody>
      </p:sp>
      <p:sp>
        <p:nvSpPr>
          <p:cNvPr id="294" name="Output"/>
          <p:cNvSpPr/>
          <p:nvPr/>
        </p:nvSpPr>
        <p:spPr>
          <a:xfrm>
            <a:off x="13417913" y="4576197"/>
            <a:ext cx="3184802" cy="1747290"/>
          </a:xfrm>
          <a:prstGeom prst="roundRect">
            <a:avLst>
              <a:gd name="adj" fmla="val 4002"/>
            </a:avLst>
          </a:prstGeom>
          <a:solidFill>
            <a:schemeClr val="bg1"/>
          </a:solidFill>
          <a:ln>
            <a:solidFill>
              <a:srgbClr val="E7630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/>
          </a:p>
        </p:txBody>
      </p:sp>
      <p:sp>
        <p:nvSpPr>
          <p:cNvPr id="5" name="矩形 4"/>
          <p:cNvSpPr/>
          <p:nvPr/>
        </p:nvSpPr>
        <p:spPr>
          <a:xfrm>
            <a:off x="389713" y="556270"/>
            <a:ext cx="4888490" cy="369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0050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 Uncertainty Quantification</a:t>
            </a:r>
            <a:endParaRPr lang="zh-CN" altLang="en-US" sz="1800" b="1" dirty="0">
              <a:solidFill>
                <a:srgbClr val="0050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855041" y="535255"/>
            <a:ext cx="4368316" cy="369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 Uncertainty Prediction</a:t>
            </a:r>
            <a:endParaRPr lang="zh-CN" altLang="en-US" sz="1800" b="1" dirty="0">
              <a:solidFill>
                <a:srgbClr val="3672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13051714" y="530828"/>
            <a:ext cx="3957732" cy="369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E763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Uncertainty-aware Clarification</a:t>
            </a:r>
            <a:endParaRPr lang="zh-CN" altLang="en-US" sz="1800" b="1" dirty="0">
              <a:solidFill>
                <a:srgbClr val="E763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83559" y="4242360"/>
            <a:ext cx="3500805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1600" b="1" dirty="0">
                <a:solidFill>
                  <a:srgbClr val="0050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Label </a:t>
            </a:r>
            <a:r>
              <a:rPr lang="en-US" altLang="zh-CN" sz="1600" b="1" dirty="0" err="1">
                <a:solidFill>
                  <a:srgbClr val="0050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Constrution</a:t>
            </a:r>
            <a:endParaRPr lang="zh-CN" altLang="en-US" sz="1600" b="1" dirty="0">
              <a:solidFill>
                <a:srgbClr val="0050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884493" y="4816819"/>
            <a:ext cx="2074028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Repeated generation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1461387" y="5013823"/>
            <a:ext cx="691780" cy="0"/>
          </a:xfrm>
          <a:prstGeom prst="straightConnector1">
            <a:avLst/>
          </a:prstGeom>
          <a:ln w="28575">
            <a:solidFill>
              <a:srgbClr val="40404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7247339" y="1353408"/>
            <a:ext cx="3503966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altLang="zh-CN" sz="16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Classifier Training</a:t>
            </a:r>
            <a:endParaRPr lang="zh-CN" altLang="en-US" sz="1600" b="1" dirty="0">
              <a:solidFill>
                <a:srgbClr val="3672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96474" y="1315962"/>
            <a:ext cx="2354752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1600" b="1" dirty="0">
                <a:solidFill>
                  <a:srgbClr val="0050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Injection</a:t>
            </a:r>
            <a:endParaRPr lang="zh-CN" altLang="en-US" sz="1600" b="1" dirty="0">
              <a:solidFill>
                <a:srgbClr val="0050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8383" y="2279669"/>
            <a:ext cx="1365636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Original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6" name="图形 10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929" y="1935665"/>
            <a:ext cx="358062" cy="359999"/>
          </a:xfrm>
          <a:prstGeom prst="rect">
            <a:avLst/>
          </a:prstGeom>
        </p:spPr>
      </p:pic>
      <p:pic>
        <p:nvPicPr>
          <p:cNvPr id="117" name="图形 1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5743" y="1851628"/>
            <a:ext cx="504001" cy="504000"/>
          </a:xfrm>
          <a:prstGeom prst="rect">
            <a:avLst/>
          </a:prstGeom>
        </p:spPr>
      </p:pic>
      <p:sp>
        <p:nvSpPr>
          <p:cNvPr id="133" name="椭圆 132"/>
          <p:cNvSpPr/>
          <p:nvPr/>
        </p:nvSpPr>
        <p:spPr>
          <a:xfrm>
            <a:off x="6976031" y="4274016"/>
            <a:ext cx="252000" cy="250819"/>
          </a:xfrm>
          <a:prstGeom prst="ellipse">
            <a:avLst/>
          </a:prstGeom>
          <a:solidFill>
            <a:srgbClr val="367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7228030" y="4223061"/>
            <a:ext cx="2646506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altLang="zh-CN" sz="16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Prediction</a:t>
            </a:r>
            <a:endParaRPr lang="zh-CN" altLang="en-US" sz="1600" b="1" dirty="0">
              <a:solidFill>
                <a:srgbClr val="3672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7668602" y="5136517"/>
            <a:ext cx="81923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5" name="图形 14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3724" y="5471171"/>
            <a:ext cx="359999" cy="359999"/>
          </a:xfrm>
          <a:prstGeom prst="rect">
            <a:avLst/>
          </a:prstGeom>
        </p:spPr>
      </p:pic>
      <p:cxnSp>
        <p:nvCxnSpPr>
          <p:cNvPr id="148" name="直接箭头连接符 147"/>
          <p:cNvCxnSpPr>
            <a:stCxn id="145" idx="3"/>
            <a:endCxn id="149" idx="2"/>
          </p:cNvCxnSpPr>
          <p:nvPr/>
        </p:nvCxnSpPr>
        <p:spPr>
          <a:xfrm flipV="1">
            <a:off x="7363726" y="5640516"/>
            <a:ext cx="1082145" cy="10654"/>
          </a:xfrm>
          <a:prstGeom prst="straightConnector1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椭圆 148"/>
          <p:cNvSpPr>
            <a:spLocks noChangeAspect="1"/>
          </p:cNvSpPr>
          <p:nvPr/>
        </p:nvSpPr>
        <p:spPr>
          <a:xfrm>
            <a:off x="8445868" y="5460517"/>
            <a:ext cx="359999" cy="359999"/>
          </a:xfrm>
          <a:prstGeom prst="ellipse">
            <a:avLst/>
          </a:prstGeom>
          <a:solidFill>
            <a:srgbClr val="2CA9BC"/>
          </a:solidFill>
          <a:ln w="118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UQ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8" name="直接箭头连接符 217"/>
          <p:cNvCxnSpPr/>
          <p:nvPr/>
        </p:nvCxnSpPr>
        <p:spPr>
          <a:xfrm>
            <a:off x="15297808" y="1902074"/>
            <a:ext cx="6839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14041864" y="1902074"/>
            <a:ext cx="6781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1" name="图形 2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24419" y="1691962"/>
            <a:ext cx="359999" cy="359999"/>
          </a:xfrm>
          <a:prstGeom prst="rect">
            <a:avLst/>
          </a:prstGeom>
        </p:spPr>
      </p:pic>
      <p:sp>
        <p:nvSpPr>
          <p:cNvPr id="225" name="矩形 224"/>
          <p:cNvSpPr/>
          <p:nvPr/>
        </p:nvSpPr>
        <p:spPr>
          <a:xfrm>
            <a:off x="14319986" y="1420582"/>
            <a:ext cx="1466662" cy="194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E763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Clarification</a:t>
            </a:r>
            <a:endParaRPr lang="zh-CN" altLang="en-US" sz="1400" b="1" dirty="0">
              <a:solidFill>
                <a:srgbClr val="E763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13368523" y="2426792"/>
            <a:ext cx="3310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Iterative interaction to resolve 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ambiguityand refine requirements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2" name="组合 251"/>
          <p:cNvGrpSpPr/>
          <p:nvPr/>
        </p:nvGrpSpPr>
        <p:grpSpPr>
          <a:xfrm>
            <a:off x="14803948" y="1633051"/>
            <a:ext cx="453264" cy="472810"/>
            <a:chOff x="4533615" y="11870205"/>
            <a:chExt cx="715342" cy="746190"/>
          </a:xfrm>
        </p:grpSpPr>
        <p:pic>
          <p:nvPicPr>
            <p:cNvPr id="217" name="图形 216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33615" y="11901053"/>
              <a:ext cx="715342" cy="715342"/>
            </a:xfrm>
            <a:prstGeom prst="rect">
              <a:avLst/>
            </a:prstGeom>
          </p:spPr>
        </p:pic>
        <p:sp>
          <p:nvSpPr>
            <p:cNvPr id="251" name="矩形 250"/>
            <p:cNvSpPr/>
            <p:nvPr/>
          </p:nvSpPr>
          <p:spPr>
            <a:xfrm>
              <a:off x="4567710" y="11870205"/>
              <a:ext cx="464851" cy="4130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r>
                <a:rPr lang="en-US" altLang="zh-CN" sz="11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3" name="文本框 262"/>
          <p:cNvSpPr txBox="1"/>
          <p:nvPr/>
        </p:nvSpPr>
        <p:spPr>
          <a:xfrm>
            <a:off x="12979938" y="2079631"/>
            <a:ext cx="17400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Generator Agent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15044734" y="2093579"/>
            <a:ext cx="2062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User(LLM Simulated)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5" name="图形 26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19530" y="4630033"/>
            <a:ext cx="288000" cy="288000"/>
          </a:xfrm>
          <a:prstGeom prst="rect">
            <a:avLst/>
          </a:prstGeom>
        </p:spPr>
      </p:pic>
      <p:sp>
        <p:nvSpPr>
          <p:cNvPr id="25" name="箭头: 下 24"/>
          <p:cNvSpPr/>
          <p:nvPr/>
        </p:nvSpPr>
        <p:spPr>
          <a:xfrm>
            <a:off x="2291693" y="3373731"/>
            <a:ext cx="562816" cy="600038"/>
          </a:xfrm>
          <a:prstGeom prst="downArrow">
            <a:avLst/>
          </a:prstGeom>
          <a:solidFill>
            <a:srgbClr val="005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0"/>
          </a:p>
        </p:txBody>
      </p:sp>
      <p:sp>
        <p:nvSpPr>
          <p:cNvPr id="206" name="箭头: 下 205"/>
          <p:cNvSpPr/>
          <p:nvPr/>
        </p:nvSpPr>
        <p:spPr>
          <a:xfrm>
            <a:off x="14736507" y="3693253"/>
            <a:ext cx="562816" cy="600038"/>
          </a:xfrm>
          <a:prstGeom prst="downArrow">
            <a:avLst/>
          </a:prstGeom>
          <a:solidFill>
            <a:srgbClr val="E763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0" dirty="0"/>
          </a:p>
        </p:txBody>
      </p:sp>
      <p:sp>
        <p:nvSpPr>
          <p:cNvPr id="210" name="箭头: 下 209"/>
          <p:cNvSpPr/>
          <p:nvPr/>
        </p:nvSpPr>
        <p:spPr>
          <a:xfrm>
            <a:off x="8575460" y="3378240"/>
            <a:ext cx="562816" cy="600038"/>
          </a:xfrm>
          <a:prstGeom prst="downArrow">
            <a:avLst/>
          </a:prstGeom>
          <a:solidFill>
            <a:srgbClr val="367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0"/>
          </a:p>
        </p:txBody>
      </p:sp>
      <p:cxnSp>
        <p:nvCxnSpPr>
          <p:cNvPr id="224" name="直接箭头连接符 223"/>
          <p:cNvCxnSpPr>
            <a:stCxn id="208" idx="3"/>
            <a:endCxn id="117" idx="1"/>
          </p:cNvCxnSpPr>
          <p:nvPr/>
        </p:nvCxnSpPr>
        <p:spPr>
          <a:xfrm>
            <a:off x="7845781" y="2103628"/>
            <a:ext cx="1099962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矩形 227"/>
          <p:cNvSpPr/>
          <p:nvPr/>
        </p:nvSpPr>
        <p:spPr>
          <a:xfrm>
            <a:off x="8040525" y="1741275"/>
            <a:ext cx="73743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Train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9" name="直接箭头连接符 228"/>
          <p:cNvCxnSpPr>
            <a:stCxn id="106" idx="3"/>
            <a:endCxn id="143" idx="1"/>
          </p:cNvCxnSpPr>
          <p:nvPr/>
        </p:nvCxnSpPr>
        <p:spPr>
          <a:xfrm>
            <a:off x="1488991" y="2115663"/>
            <a:ext cx="1089052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矩形 230"/>
          <p:cNvSpPr/>
          <p:nvPr/>
        </p:nvSpPr>
        <p:spPr>
          <a:xfrm>
            <a:off x="1592574" y="1801767"/>
            <a:ext cx="890774" cy="23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Perturb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2033085" y="2342990"/>
            <a:ext cx="1365635" cy="404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Perturbed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4" name="图形 27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18949" y="1663807"/>
            <a:ext cx="359999" cy="359999"/>
          </a:xfrm>
          <a:prstGeom prst="rect">
            <a:avLst/>
          </a:prstGeom>
        </p:spPr>
      </p:pic>
      <p:sp>
        <p:nvSpPr>
          <p:cNvPr id="275" name="椭圆 274"/>
          <p:cNvSpPr/>
          <p:nvPr/>
        </p:nvSpPr>
        <p:spPr>
          <a:xfrm>
            <a:off x="823303" y="4293290"/>
            <a:ext cx="252000" cy="250819"/>
          </a:xfrm>
          <a:prstGeom prst="ellipse">
            <a:avLst/>
          </a:prstGeom>
          <a:solidFill>
            <a:srgbClr val="005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椭圆 275"/>
          <p:cNvSpPr/>
          <p:nvPr/>
        </p:nvSpPr>
        <p:spPr>
          <a:xfrm>
            <a:off x="6976031" y="1395230"/>
            <a:ext cx="252000" cy="250819"/>
          </a:xfrm>
          <a:prstGeom prst="ellipse">
            <a:avLst/>
          </a:prstGeom>
          <a:solidFill>
            <a:srgbClr val="367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椭圆 276"/>
          <p:cNvSpPr/>
          <p:nvPr/>
        </p:nvSpPr>
        <p:spPr>
          <a:xfrm>
            <a:off x="823303" y="1374315"/>
            <a:ext cx="252000" cy="250819"/>
          </a:xfrm>
          <a:prstGeom prst="ellipse">
            <a:avLst/>
          </a:prstGeom>
          <a:solidFill>
            <a:srgbClr val="005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椭圆 355"/>
          <p:cNvSpPr/>
          <p:nvPr/>
        </p:nvSpPr>
        <p:spPr>
          <a:xfrm>
            <a:off x="7146935" y="5677416"/>
            <a:ext cx="215999" cy="215999"/>
          </a:xfrm>
          <a:prstGeom prst="ellipse">
            <a:avLst/>
          </a:prstGeom>
          <a:solidFill>
            <a:srgbClr val="2CA9BC"/>
          </a:solidFill>
          <a:ln w="118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?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43" name="图形 14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8042" y="1935665"/>
            <a:ext cx="358062" cy="359999"/>
          </a:xfrm>
          <a:prstGeom prst="rect">
            <a:avLst/>
          </a:prstGeom>
        </p:spPr>
      </p:pic>
      <p:pic>
        <p:nvPicPr>
          <p:cNvPr id="103" name="图形 10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04405" y="2082127"/>
            <a:ext cx="251999" cy="252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994677" y="4796559"/>
            <a:ext cx="378825" cy="385968"/>
            <a:chOff x="1050915" y="4866167"/>
            <a:chExt cx="378825" cy="385968"/>
          </a:xfrm>
        </p:grpSpPr>
        <p:pic>
          <p:nvPicPr>
            <p:cNvPr id="151" name="图形 15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0915" y="4866167"/>
              <a:ext cx="358061" cy="360000"/>
            </a:xfrm>
            <a:prstGeom prst="rect">
              <a:avLst/>
            </a:prstGeom>
          </p:spPr>
        </p:pic>
        <p:pic>
          <p:nvPicPr>
            <p:cNvPr id="152" name="图形 151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77741" y="5000135"/>
              <a:ext cx="251999" cy="252000"/>
            </a:xfrm>
            <a:prstGeom prst="rect">
              <a:avLst/>
            </a:prstGeom>
          </p:spPr>
        </p:pic>
      </p:grpSp>
      <p:pic>
        <p:nvPicPr>
          <p:cNvPr id="160" name="图形 159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97470" y="4806391"/>
            <a:ext cx="387070" cy="359999"/>
          </a:xfrm>
          <a:prstGeom prst="rect">
            <a:avLst/>
          </a:prstGeom>
        </p:spPr>
      </p:pic>
      <p:cxnSp>
        <p:nvCxnSpPr>
          <p:cNvPr id="17" name="连接符: 肘形 16"/>
          <p:cNvCxnSpPr>
            <a:stCxn id="152" idx="2"/>
            <a:endCxn id="173" idx="1"/>
          </p:cNvCxnSpPr>
          <p:nvPr/>
        </p:nvCxnSpPr>
        <p:spPr>
          <a:xfrm rot="16200000" flipH="1">
            <a:off x="1350206" y="5079824"/>
            <a:ext cx="627681" cy="833086"/>
          </a:xfrm>
          <a:prstGeom prst="bentConnector2">
            <a:avLst/>
          </a:prstGeom>
          <a:ln w="28575">
            <a:solidFill>
              <a:srgbClr val="40404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60" idx="2"/>
            <a:endCxn id="173" idx="0"/>
          </p:cNvCxnSpPr>
          <p:nvPr/>
        </p:nvCxnSpPr>
        <p:spPr>
          <a:xfrm>
            <a:off x="2491008" y="5166394"/>
            <a:ext cx="1" cy="405441"/>
          </a:xfrm>
          <a:prstGeom prst="straightConnector1">
            <a:avLst/>
          </a:prstGeom>
          <a:ln w="28575">
            <a:solidFill>
              <a:srgbClr val="40404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矩形 179"/>
          <p:cNvSpPr/>
          <p:nvPr/>
        </p:nvSpPr>
        <p:spPr>
          <a:xfrm>
            <a:off x="2914187" y="5517084"/>
            <a:ext cx="207402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label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Construction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2187374" y="4576198"/>
            <a:ext cx="660999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080589" y="5571831"/>
            <a:ext cx="820839" cy="476754"/>
            <a:chOff x="2136827" y="5641439"/>
            <a:chExt cx="820839" cy="476754"/>
          </a:xfrm>
        </p:grpSpPr>
        <p:pic>
          <p:nvPicPr>
            <p:cNvPr id="164" name="图形 16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58011" y="5677099"/>
              <a:ext cx="358061" cy="360000"/>
            </a:xfrm>
            <a:prstGeom prst="rect">
              <a:avLst/>
            </a:prstGeom>
          </p:spPr>
        </p:pic>
        <p:sp>
          <p:nvSpPr>
            <p:cNvPr id="166" name="椭圆 165"/>
            <p:cNvSpPr>
              <a:spLocks noChangeAspect="1"/>
            </p:cNvSpPr>
            <p:nvPr/>
          </p:nvSpPr>
          <p:spPr>
            <a:xfrm>
              <a:off x="2571835" y="5690215"/>
              <a:ext cx="360000" cy="360000"/>
            </a:xfrm>
            <a:prstGeom prst="ellipse">
              <a:avLst/>
            </a:prstGeom>
            <a:solidFill>
              <a:srgbClr val="2CA9BC"/>
            </a:solidFill>
            <a:ln w="1181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UQ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矩形: 圆角 172"/>
            <p:cNvSpPr/>
            <p:nvPr/>
          </p:nvSpPr>
          <p:spPr>
            <a:xfrm>
              <a:off x="2136827" y="5641439"/>
              <a:ext cx="820839" cy="476754"/>
            </a:xfrm>
            <a:prstGeom prst="roundRect">
              <a:avLst>
                <a:gd name="adj" fmla="val 7086"/>
              </a:avLst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/>
            </a:p>
          </p:txBody>
        </p:sp>
        <p:pic>
          <p:nvPicPr>
            <p:cNvPr id="189" name="图形 188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294006" y="5805997"/>
              <a:ext cx="251999" cy="252000"/>
            </a:xfrm>
            <a:prstGeom prst="rect">
              <a:avLst/>
            </a:prstGeom>
          </p:spPr>
        </p:pic>
      </p:grpSp>
      <p:grpSp>
        <p:nvGrpSpPr>
          <p:cNvPr id="201" name="组合 200"/>
          <p:cNvGrpSpPr/>
          <p:nvPr/>
        </p:nvGrpSpPr>
        <p:grpSpPr>
          <a:xfrm>
            <a:off x="7024942" y="1865251"/>
            <a:ext cx="820839" cy="476754"/>
            <a:chOff x="2136827" y="5641439"/>
            <a:chExt cx="820839" cy="476754"/>
          </a:xfrm>
        </p:grpSpPr>
        <p:pic>
          <p:nvPicPr>
            <p:cNvPr id="203" name="图形 20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58011" y="5677099"/>
              <a:ext cx="358061" cy="360000"/>
            </a:xfrm>
            <a:prstGeom prst="rect">
              <a:avLst/>
            </a:prstGeom>
          </p:spPr>
        </p:pic>
        <p:sp>
          <p:nvSpPr>
            <p:cNvPr id="205" name="椭圆 204"/>
            <p:cNvSpPr>
              <a:spLocks noChangeAspect="1"/>
            </p:cNvSpPr>
            <p:nvPr/>
          </p:nvSpPr>
          <p:spPr>
            <a:xfrm>
              <a:off x="2571835" y="5694845"/>
              <a:ext cx="360000" cy="360000"/>
            </a:xfrm>
            <a:prstGeom prst="ellipse">
              <a:avLst/>
            </a:prstGeom>
            <a:solidFill>
              <a:srgbClr val="2CA9BC"/>
            </a:solidFill>
            <a:ln w="1181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UQ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矩形: 圆角 207"/>
            <p:cNvSpPr/>
            <p:nvPr/>
          </p:nvSpPr>
          <p:spPr>
            <a:xfrm>
              <a:off x="2136827" y="5641439"/>
              <a:ext cx="820839" cy="476754"/>
            </a:xfrm>
            <a:prstGeom prst="roundRect">
              <a:avLst>
                <a:gd name="adj" fmla="val 7086"/>
              </a:avLst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/>
            </a:p>
          </p:txBody>
        </p:sp>
        <p:pic>
          <p:nvPicPr>
            <p:cNvPr id="212" name="图形 211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294006" y="5805997"/>
              <a:ext cx="251999" cy="252000"/>
            </a:xfrm>
            <a:prstGeom prst="rect">
              <a:avLst/>
            </a:prstGeom>
          </p:spPr>
        </p:pic>
      </p:grpSp>
      <p:cxnSp>
        <p:nvCxnSpPr>
          <p:cNvPr id="92" name="连接符: 肘形 91"/>
          <p:cNvCxnSpPr>
            <a:stCxn id="149" idx="0"/>
            <a:endCxn id="281" idx="1"/>
          </p:cNvCxnSpPr>
          <p:nvPr/>
        </p:nvCxnSpPr>
        <p:spPr>
          <a:xfrm rot="5400000" flipH="1" flipV="1">
            <a:off x="8979297" y="4732073"/>
            <a:ext cx="375021" cy="1081875"/>
          </a:xfrm>
          <a:prstGeom prst="bentConnector2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/>
          <p:cNvCxnSpPr>
            <a:stCxn id="149" idx="4"/>
            <a:endCxn id="282" idx="1"/>
          </p:cNvCxnSpPr>
          <p:nvPr/>
        </p:nvCxnSpPr>
        <p:spPr>
          <a:xfrm rot="16200000" flipH="1">
            <a:off x="8906603" y="5539783"/>
            <a:ext cx="316628" cy="878094"/>
          </a:xfrm>
          <a:prstGeom prst="bentConnector2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矩形 245"/>
          <p:cNvSpPr/>
          <p:nvPr/>
        </p:nvSpPr>
        <p:spPr>
          <a:xfrm>
            <a:off x="6916585" y="5863616"/>
            <a:ext cx="147328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 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8883257" y="4775277"/>
            <a:ext cx="62225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矩形 255"/>
          <p:cNvSpPr/>
          <p:nvPr/>
        </p:nvSpPr>
        <p:spPr>
          <a:xfrm>
            <a:off x="8781821" y="5804677"/>
            <a:ext cx="62225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9" name="连接符: 肘形 108"/>
          <p:cNvCxnSpPr>
            <a:stCxn id="24" idx="3"/>
            <a:endCxn id="87" idx="1"/>
          </p:cNvCxnSpPr>
          <p:nvPr/>
        </p:nvCxnSpPr>
        <p:spPr>
          <a:xfrm flipV="1">
            <a:off x="5051402" y="2186480"/>
            <a:ext cx="1808917" cy="3258540"/>
          </a:xfrm>
          <a:prstGeom prst="bentConnector3">
            <a:avLst>
              <a:gd name="adj1" fmla="val 50000"/>
            </a:avLst>
          </a:prstGeom>
          <a:ln w="28575">
            <a:solidFill>
              <a:srgbClr val="40404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连接符: 肘形 272"/>
          <p:cNvCxnSpPr>
            <a:stCxn id="281" idx="3"/>
            <a:endCxn id="209" idx="1"/>
          </p:cNvCxnSpPr>
          <p:nvPr/>
        </p:nvCxnSpPr>
        <p:spPr>
          <a:xfrm flipV="1">
            <a:off x="11003746" y="2183248"/>
            <a:ext cx="1857675" cy="2902250"/>
          </a:xfrm>
          <a:prstGeom prst="bentConnector3">
            <a:avLst>
              <a:gd name="adj1" fmla="val 50000"/>
            </a:avLst>
          </a:prstGeom>
          <a:ln w="28575">
            <a:solidFill>
              <a:srgbClr val="40404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矩形 177"/>
          <p:cNvSpPr/>
          <p:nvPr/>
        </p:nvSpPr>
        <p:spPr>
          <a:xfrm>
            <a:off x="10142845" y="4817272"/>
            <a:ext cx="834646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A8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Clarify </a:t>
            </a:r>
            <a:endParaRPr lang="en-US" altLang="zh-CN" sz="1400" b="1" dirty="0">
              <a:solidFill>
                <a:srgbClr val="A8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rgbClr val="A8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</a:t>
            </a:r>
            <a:endParaRPr lang="en-US" altLang="zh-CN" sz="1400" b="1" dirty="0">
              <a:solidFill>
                <a:srgbClr val="A8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1" name="图形 24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89616" y="4883058"/>
            <a:ext cx="359999" cy="359999"/>
          </a:xfrm>
          <a:prstGeom prst="rect">
            <a:avLst/>
          </a:prstGeom>
        </p:spPr>
      </p:pic>
      <p:sp>
        <p:nvSpPr>
          <p:cNvPr id="281" name="矩形: 圆角 280"/>
          <p:cNvSpPr/>
          <p:nvPr/>
        </p:nvSpPr>
        <p:spPr>
          <a:xfrm>
            <a:off x="9707743" y="4797495"/>
            <a:ext cx="1296001" cy="576000"/>
          </a:xfrm>
          <a:prstGeom prst="roundRect">
            <a:avLst>
              <a:gd name="adj" fmla="val 4002"/>
            </a:avLst>
          </a:prstGeom>
          <a:noFill/>
          <a:ln>
            <a:solidFill>
              <a:srgbClr val="A88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/>
          </a:p>
        </p:txBody>
      </p:sp>
      <p:grpSp>
        <p:nvGrpSpPr>
          <p:cNvPr id="129" name="组合 128"/>
          <p:cNvGrpSpPr/>
          <p:nvPr/>
        </p:nvGrpSpPr>
        <p:grpSpPr>
          <a:xfrm>
            <a:off x="9503964" y="5849141"/>
            <a:ext cx="1499780" cy="576000"/>
            <a:chOff x="9539822" y="5863917"/>
            <a:chExt cx="1404183" cy="576000"/>
          </a:xfrm>
        </p:grpSpPr>
        <p:sp>
          <p:nvSpPr>
            <p:cNvPr id="176" name="矩形 175"/>
            <p:cNvSpPr/>
            <p:nvPr/>
          </p:nvSpPr>
          <p:spPr>
            <a:xfrm>
              <a:off x="9941951" y="5898040"/>
              <a:ext cx="1002054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3672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Generate </a:t>
              </a:r>
              <a:endParaRPr lang="en-US" altLang="zh-CN" sz="14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 b="1" dirty="0">
                  <a:solidFill>
                    <a:srgbClr val="3672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Directly</a:t>
              </a:r>
              <a:endParaRPr lang="zh-CN" altLang="en-US" sz="14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40" name="图形 239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636573" y="5963646"/>
              <a:ext cx="333844" cy="360000"/>
            </a:xfrm>
            <a:prstGeom prst="rect">
              <a:avLst/>
            </a:prstGeom>
          </p:spPr>
        </p:pic>
        <p:sp>
          <p:nvSpPr>
            <p:cNvPr id="282" name="矩形: 圆角 281"/>
            <p:cNvSpPr/>
            <p:nvPr/>
          </p:nvSpPr>
          <p:spPr>
            <a:xfrm>
              <a:off x="9539822" y="5863917"/>
              <a:ext cx="1402146" cy="576000"/>
            </a:xfrm>
            <a:prstGeom prst="roundRect">
              <a:avLst>
                <a:gd name="adj" fmla="val 4002"/>
              </a:avLst>
            </a:prstGeom>
            <a:noFill/>
            <a:ln>
              <a:solidFill>
                <a:srgbClr val="36722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/>
            </a:p>
          </p:txBody>
        </p:sp>
      </p:grpSp>
      <p:cxnSp>
        <p:nvCxnSpPr>
          <p:cNvPr id="287" name="连接符: 肘形 286"/>
          <p:cNvCxnSpPr>
            <a:stCxn id="282" idx="3"/>
            <a:endCxn id="294" idx="1"/>
          </p:cNvCxnSpPr>
          <p:nvPr/>
        </p:nvCxnSpPr>
        <p:spPr>
          <a:xfrm flipV="1">
            <a:off x="11001571" y="5449844"/>
            <a:ext cx="2416345" cy="687302"/>
          </a:xfrm>
          <a:prstGeom prst="bentConnector3">
            <a:avLst>
              <a:gd name="adj1" fmla="val 50000"/>
            </a:avLst>
          </a:prstGeom>
          <a:ln w="28575">
            <a:solidFill>
              <a:srgbClr val="40404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矩形 294"/>
          <p:cNvSpPr/>
          <p:nvPr/>
        </p:nvSpPr>
        <p:spPr>
          <a:xfrm>
            <a:off x="14096683" y="4658997"/>
            <a:ext cx="1827258" cy="339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E763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generation</a:t>
            </a:r>
            <a:endParaRPr lang="zh-CN" altLang="en-US" sz="1400" b="1" dirty="0">
              <a:solidFill>
                <a:srgbClr val="E763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7" name="直接箭头连接符 296"/>
          <p:cNvCxnSpPr>
            <a:stCxn id="314" idx="3"/>
            <a:endCxn id="310" idx="1"/>
          </p:cNvCxnSpPr>
          <p:nvPr/>
        </p:nvCxnSpPr>
        <p:spPr>
          <a:xfrm>
            <a:off x="14369810" y="5451181"/>
            <a:ext cx="137337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5641720" y="5708504"/>
            <a:ext cx="707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9" name="图形 30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825669" y="5026342"/>
            <a:ext cx="359999" cy="359999"/>
          </a:xfrm>
          <a:prstGeom prst="rect">
            <a:avLst/>
          </a:prstGeom>
        </p:spPr>
      </p:pic>
      <p:pic>
        <p:nvPicPr>
          <p:cNvPr id="310" name="图形 309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743184" y="5271182"/>
            <a:ext cx="387070" cy="359999"/>
          </a:xfrm>
          <a:prstGeom prst="rect">
            <a:avLst/>
          </a:prstGeom>
        </p:spPr>
      </p:pic>
      <p:pic>
        <p:nvPicPr>
          <p:cNvPr id="314" name="图形 3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09811" y="5271182"/>
            <a:ext cx="359999" cy="359999"/>
          </a:xfrm>
          <a:prstGeom prst="rect">
            <a:avLst/>
          </a:prstGeom>
        </p:spPr>
      </p:pic>
      <p:pic>
        <p:nvPicPr>
          <p:cNvPr id="315" name="图形 31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189811" y="5485115"/>
            <a:ext cx="215999" cy="215999"/>
          </a:xfrm>
          <a:prstGeom prst="rect">
            <a:avLst/>
          </a:prstGeom>
        </p:spPr>
      </p:pic>
      <p:sp>
        <p:nvSpPr>
          <p:cNvPr id="327" name="矩形 326"/>
          <p:cNvSpPr/>
          <p:nvPr/>
        </p:nvSpPr>
        <p:spPr>
          <a:xfrm>
            <a:off x="3498850" y="1689773"/>
            <a:ext cx="1182550" cy="1115383"/>
          </a:xfrm>
          <a:prstGeom prst="rect">
            <a:avLst/>
          </a:prstGeom>
          <a:noFill/>
          <a:ln w="19050">
            <a:solidFill>
              <a:srgbClr val="0050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Factors: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Content,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Structural,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Expressive,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Character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13480415" y="5705881"/>
            <a:ext cx="1679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Clarified or low-risk requirement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" name="矩形 336"/>
          <p:cNvSpPr/>
          <p:nvPr/>
        </p:nvSpPr>
        <p:spPr>
          <a:xfrm>
            <a:off x="1568295" y="6206813"/>
            <a:ext cx="3207753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-Uncertainty Quantification Score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8" name="椭圆 337"/>
          <p:cNvSpPr>
            <a:spLocks noChangeAspect="1"/>
          </p:cNvSpPr>
          <p:nvPr/>
        </p:nvSpPr>
        <p:spPr>
          <a:xfrm>
            <a:off x="1246396" y="6178168"/>
            <a:ext cx="359999" cy="359999"/>
          </a:xfrm>
          <a:prstGeom prst="ellipse">
            <a:avLst/>
          </a:prstGeom>
          <a:solidFill>
            <a:srgbClr val="2CA9BC"/>
          </a:solidFill>
          <a:ln w="118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UQ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5" name="矩形 344"/>
          <p:cNvSpPr/>
          <p:nvPr/>
        </p:nvSpPr>
        <p:spPr>
          <a:xfrm>
            <a:off x="1110651" y="6129828"/>
            <a:ext cx="3665397" cy="453244"/>
          </a:xfrm>
          <a:prstGeom prst="rect">
            <a:avLst/>
          </a:prstGeom>
          <a:noFill/>
          <a:ln w="19050">
            <a:solidFill>
              <a:srgbClr val="0050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7594511" y="2377042"/>
            <a:ext cx="1684239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RoBERTa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-based Classifier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8" name="图形 3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5984" y="5064620"/>
            <a:ext cx="396002" cy="396001"/>
          </a:xfrm>
          <a:prstGeom prst="rect">
            <a:avLst/>
          </a:prstGeom>
        </p:spPr>
      </p:pic>
      <p:sp>
        <p:nvSpPr>
          <p:cNvPr id="350" name="矩形 349"/>
          <p:cNvSpPr/>
          <p:nvPr/>
        </p:nvSpPr>
        <p:spPr>
          <a:xfrm>
            <a:off x="9544946" y="1528681"/>
            <a:ext cx="1497603" cy="1306688"/>
          </a:xfrm>
          <a:prstGeom prst="rect">
            <a:avLst/>
          </a:prstGeom>
          <a:noFill/>
          <a:ln w="19050">
            <a:solidFill>
              <a:srgbClr val="3672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Input: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 text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Output: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level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ge1"/>
          <p:cNvSpPr/>
          <p:nvPr/>
        </p:nvSpPr>
        <p:spPr>
          <a:xfrm>
            <a:off x="1634490" y="556260"/>
            <a:ext cx="4764405" cy="5263515"/>
          </a:xfrm>
          <a:prstGeom prst="roundRect">
            <a:avLst>
              <a:gd name="adj" fmla="val 7976"/>
            </a:avLst>
          </a:prstGeom>
          <a:solidFill>
            <a:srgbClr val="DFEDF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60" dirty="0"/>
          </a:p>
        </p:txBody>
      </p:sp>
      <p:sp>
        <p:nvSpPr>
          <p:cNvPr id="15" name="Stage2"/>
          <p:cNvSpPr/>
          <p:nvPr/>
        </p:nvSpPr>
        <p:spPr>
          <a:xfrm flipH="1">
            <a:off x="6473825" y="535940"/>
            <a:ext cx="4652645" cy="5283200"/>
          </a:xfrm>
          <a:prstGeom prst="roundRect">
            <a:avLst>
              <a:gd name="adj" fmla="val 7976"/>
            </a:avLst>
          </a:prstGeom>
          <a:solidFill>
            <a:srgbClr val="E3F0D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60" dirty="0"/>
          </a:p>
        </p:txBody>
      </p:sp>
      <p:sp>
        <p:nvSpPr>
          <p:cNvPr id="16" name="Stage3"/>
          <p:cNvSpPr/>
          <p:nvPr/>
        </p:nvSpPr>
        <p:spPr>
          <a:xfrm>
            <a:off x="11222355" y="547370"/>
            <a:ext cx="4898390" cy="2612390"/>
          </a:xfrm>
          <a:prstGeom prst="roundRect">
            <a:avLst>
              <a:gd name="adj" fmla="val 7976"/>
            </a:avLst>
          </a:prstGeom>
          <a:solidFill>
            <a:srgbClr val="FBE5D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60"/>
          </a:p>
        </p:txBody>
      </p:sp>
      <p:sp>
        <p:nvSpPr>
          <p:cNvPr id="2" name="1-1"/>
          <p:cNvSpPr/>
          <p:nvPr/>
        </p:nvSpPr>
        <p:spPr>
          <a:xfrm>
            <a:off x="1863043" y="1283808"/>
            <a:ext cx="4320000" cy="1800000"/>
          </a:xfrm>
          <a:prstGeom prst="roundRect">
            <a:avLst>
              <a:gd name="adj" fmla="val 7086"/>
            </a:avLst>
          </a:prstGeom>
          <a:solidFill>
            <a:schemeClr val="bg1"/>
          </a:solidFill>
          <a:ln>
            <a:solidFill>
              <a:srgbClr val="0050B9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5" dirty="0"/>
              <a:t>①</a:t>
            </a:r>
            <a:endParaRPr lang="zh-CN" altLang="en-US" sz="1015" dirty="0"/>
          </a:p>
        </p:txBody>
      </p:sp>
      <p:sp>
        <p:nvSpPr>
          <p:cNvPr id="24" name="1-2"/>
          <p:cNvSpPr/>
          <p:nvPr/>
        </p:nvSpPr>
        <p:spPr>
          <a:xfrm>
            <a:off x="1863043" y="3148566"/>
            <a:ext cx="4320000" cy="2520001"/>
          </a:xfrm>
          <a:prstGeom prst="roundRect">
            <a:avLst>
              <a:gd name="adj" fmla="val 7086"/>
            </a:avLst>
          </a:prstGeom>
          <a:solidFill>
            <a:schemeClr val="bg1"/>
          </a:solidFill>
          <a:ln>
            <a:solidFill>
              <a:srgbClr val="0050B9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5" dirty="0"/>
              <a:t>①</a:t>
            </a:r>
            <a:endParaRPr lang="zh-CN" altLang="en-US" sz="1015" dirty="0"/>
          </a:p>
        </p:txBody>
      </p:sp>
      <p:sp>
        <p:nvSpPr>
          <p:cNvPr id="87" name="2-1"/>
          <p:cNvSpPr/>
          <p:nvPr/>
        </p:nvSpPr>
        <p:spPr>
          <a:xfrm>
            <a:off x="6643144" y="1283808"/>
            <a:ext cx="4320000" cy="1800000"/>
          </a:xfrm>
          <a:prstGeom prst="roundRect">
            <a:avLst>
              <a:gd name="adj" fmla="val 7086"/>
            </a:avLst>
          </a:prstGeom>
          <a:solidFill>
            <a:schemeClr val="bg1"/>
          </a:solidFill>
          <a:ln>
            <a:solidFill>
              <a:srgbClr val="4A8038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5" dirty="0"/>
              <a:t>①</a:t>
            </a:r>
            <a:endParaRPr lang="zh-CN" altLang="en-US" sz="1015" dirty="0"/>
          </a:p>
        </p:txBody>
      </p:sp>
      <p:sp>
        <p:nvSpPr>
          <p:cNvPr id="132" name="2-2"/>
          <p:cNvSpPr/>
          <p:nvPr/>
        </p:nvSpPr>
        <p:spPr>
          <a:xfrm>
            <a:off x="6643144" y="3148566"/>
            <a:ext cx="4320000" cy="2520001"/>
          </a:xfrm>
          <a:prstGeom prst="roundRect">
            <a:avLst>
              <a:gd name="adj" fmla="val 7086"/>
            </a:avLst>
          </a:prstGeom>
          <a:solidFill>
            <a:schemeClr val="bg1"/>
          </a:solidFill>
          <a:ln>
            <a:solidFill>
              <a:srgbClr val="4A8038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5" dirty="0"/>
              <a:t>①</a:t>
            </a:r>
            <a:endParaRPr lang="zh-CN" altLang="en-US" sz="1015" dirty="0"/>
          </a:p>
        </p:txBody>
      </p:sp>
      <p:sp>
        <p:nvSpPr>
          <p:cNvPr id="209" name="3-1"/>
          <p:cNvSpPr/>
          <p:nvPr/>
        </p:nvSpPr>
        <p:spPr>
          <a:xfrm>
            <a:off x="11511550" y="1320092"/>
            <a:ext cx="4320000" cy="1727432"/>
          </a:xfrm>
          <a:prstGeom prst="roundRect">
            <a:avLst>
              <a:gd name="adj" fmla="val 4002"/>
            </a:avLst>
          </a:prstGeom>
          <a:solidFill>
            <a:schemeClr val="bg1"/>
          </a:solidFill>
          <a:ln>
            <a:solidFill>
              <a:srgbClr val="E7630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/>
          </a:p>
        </p:txBody>
      </p:sp>
      <p:sp>
        <p:nvSpPr>
          <p:cNvPr id="294" name="Output"/>
          <p:cNvSpPr/>
          <p:nvPr/>
        </p:nvSpPr>
        <p:spPr>
          <a:xfrm>
            <a:off x="11440160" y="3535045"/>
            <a:ext cx="4320540" cy="1747520"/>
          </a:xfrm>
          <a:prstGeom prst="roundRect">
            <a:avLst>
              <a:gd name="adj" fmla="val 4002"/>
            </a:avLst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/>
          </a:p>
        </p:txBody>
      </p:sp>
      <p:sp>
        <p:nvSpPr>
          <p:cNvPr id="5" name="矩形 4"/>
          <p:cNvSpPr/>
          <p:nvPr/>
        </p:nvSpPr>
        <p:spPr>
          <a:xfrm>
            <a:off x="1749743" y="699064"/>
            <a:ext cx="4546600" cy="368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0050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Phase I: Uncertainty Labeling</a:t>
            </a:r>
            <a:endParaRPr lang="zh-CN" altLang="en-US" sz="1800" b="1" dirty="0">
              <a:solidFill>
                <a:srgbClr val="0050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637871" y="699064"/>
            <a:ext cx="4368316" cy="368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Phase II: </a:t>
            </a:r>
            <a:r>
              <a:rPr lang="en-US" altLang="zh-CN" sz="18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Prediction</a:t>
            </a:r>
            <a:endParaRPr lang="zh-CN" altLang="en-US" sz="1800" b="1" dirty="0">
              <a:solidFill>
                <a:srgbClr val="3672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12216765" y="710565"/>
            <a:ext cx="2909570" cy="368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E763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Phase III: Clarification</a:t>
            </a:r>
            <a:endParaRPr lang="zh-CN" altLang="en-US" sz="1800" b="1" dirty="0">
              <a:solidFill>
                <a:srgbClr val="E763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283709" y="3202230"/>
            <a:ext cx="3500805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1600" b="1" dirty="0">
                <a:solidFill>
                  <a:srgbClr val="0050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Label </a:t>
            </a:r>
            <a:r>
              <a:rPr lang="en-US" altLang="zh-CN" sz="1600" b="1" dirty="0" err="1">
                <a:solidFill>
                  <a:srgbClr val="0050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Constrution</a:t>
            </a:r>
            <a:endParaRPr lang="zh-CN" altLang="en-US" sz="1600" b="1" dirty="0">
              <a:solidFill>
                <a:srgbClr val="0050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493895" y="3749675"/>
            <a:ext cx="1206500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 times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箭头连接符 48"/>
          <p:cNvCxnSpPr>
            <a:stCxn id="152" idx="3"/>
            <a:endCxn id="160" idx="1"/>
          </p:cNvCxnSpPr>
          <p:nvPr/>
        </p:nvCxnSpPr>
        <p:spPr>
          <a:xfrm flipV="1">
            <a:off x="2767582" y="4014968"/>
            <a:ext cx="1256030" cy="1905"/>
          </a:xfrm>
          <a:prstGeom prst="straightConnector1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7030169" y="1353408"/>
            <a:ext cx="3503966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altLang="zh-CN" sz="16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Classifier Training</a:t>
            </a:r>
            <a:endParaRPr lang="zh-CN" altLang="en-US" sz="1600" b="1" dirty="0">
              <a:solidFill>
                <a:srgbClr val="3672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96624" y="1315962"/>
            <a:ext cx="2354752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1600" b="1" dirty="0">
                <a:solidFill>
                  <a:srgbClr val="0050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Injection</a:t>
            </a:r>
            <a:endParaRPr lang="zh-CN" altLang="en-US" sz="1600" b="1" dirty="0">
              <a:solidFill>
                <a:srgbClr val="0050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027123" y="2279669"/>
            <a:ext cx="1365636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Original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6" name="图形 10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79669" y="1935665"/>
            <a:ext cx="358062" cy="359999"/>
          </a:xfrm>
          <a:prstGeom prst="rect">
            <a:avLst/>
          </a:prstGeom>
        </p:spPr>
      </p:pic>
      <p:pic>
        <p:nvPicPr>
          <p:cNvPr id="117" name="图形 1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2533" y="1918303"/>
            <a:ext cx="504001" cy="504000"/>
          </a:xfrm>
          <a:prstGeom prst="rect">
            <a:avLst/>
          </a:prstGeom>
        </p:spPr>
      </p:pic>
      <p:sp>
        <p:nvSpPr>
          <p:cNvPr id="133" name="椭圆 132"/>
          <p:cNvSpPr/>
          <p:nvPr/>
        </p:nvSpPr>
        <p:spPr>
          <a:xfrm>
            <a:off x="6758861" y="3245316"/>
            <a:ext cx="252000" cy="250819"/>
          </a:xfrm>
          <a:prstGeom prst="ellipse">
            <a:avLst/>
          </a:prstGeom>
          <a:solidFill>
            <a:srgbClr val="367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7010860" y="3194361"/>
            <a:ext cx="2646506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altLang="zh-CN" sz="16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Prediction</a:t>
            </a:r>
            <a:endParaRPr lang="zh-CN" altLang="en-US" sz="1600" b="1" dirty="0">
              <a:solidFill>
                <a:srgbClr val="3672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7451432" y="4176397"/>
            <a:ext cx="81923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5" name="图形 14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6554" y="4442471"/>
            <a:ext cx="359999" cy="359999"/>
          </a:xfrm>
          <a:prstGeom prst="rect">
            <a:avLst/>
          </a:prstGeom>
        </p:spPr>
      </p:pic>
      <p:cxnSp>
        <p:nvCxnSpPr>
          <p:cNvPr id="148" name="直接箭头连接符 147"/>
          <p:cNvCxnSpPr>
            <a:stCxn id="145" idx="3"/>
            <a:endCxn id="149" idx="2"/>
          </p:cNvCxnSpPr>
          <p:nvPr/>
        </p:nvCxnSpPr>
        <p:spPr>
          <a:xfrm flipV="1">
            <a:off x="7146556" y="4611816"/>
            <a:ext cx="1082145" cy="10654"/>
          </a:xfrm>
          <a:prstGeom prst="straightConnector1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椭圆 148"/>
          <p:cNvSpPr>
            <a:spLocks noChangeAspect="1"/>
          </p:cNvSpPr>
          <p:nvPr/>
        </p:nvSpPr>
        <p:spPr>
          <a:xfrm>
            <a:off x="8228698" y="4431817"/>
            <a:ext cx="359999" cy="359999"/>
          </a:xfrm>
          <a:prstGeom prst="ellipse">
            <a:avLst/>
          </a:prstGeom>
          <a:solidFill>
            <a:srgbClr val="2CA9BC"/>
          </a:solidFill>
          <a:ln w="118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UQ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8" name="直接箭头连接符 217"/>
          <p:cNvCxnSpPr/>
          <p:nvPr/>
        </p:nvCxnSpPr>
        <p:spPr>
          <a:xfrm>
            <a:off x="13762378" y="1868419"/>
            <a:ext cx="68399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12506434" y="1868419"/>
            <a:ext cx="67815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1" name="图形 2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88989" y="1658307"/>
            <a:ext cx="359999" cy="359999"/>
          </a:xfrm>
          <a:prstGeom prst="rect">
            <a:avLst/>
          </a:prstGeom>
        </p:spPr>
      </p:pic>
      <p:sp>
        <p:nvSpPr>
          <p:cNvPr id="225" name="矩形 224"/>
          <p:cNvSpPr/>
          <p:nvPr/>
        </p:nvSpPr>
        <p:spPr>
          <a:xfrm>
            <a:off x="12784556" y="1386927"/>
            <a:ext cx="1466662" cy="194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E763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Clarification</a:t>
            </a:r>
            <a:endParaRPr lang="zh-CN" altLang="en-US" sz="1400" b="1" dirty="0">
              <a:solidFill>
                <a:srgbClr val="E763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11833093" y="2393137"/>
            <a:ext cx="3310018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Iterative interaction to </a:t>
            </a:r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clarify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requirements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2" name="组合 251"/>
          <p:cNvGrpSpPr/>
          <p:nvPr/>
        </p:nvGrpSpPr>
        <p:grpSpPr>
          <a:xfrm>
            <a:off x="13268518" y="1599396"/>
            <a:ext cx="453264" cy="472810"/>
            <a:chOff x="4533615" y="11870205"/>
            <a:chExt cx="715342" cy="746190"/>
          </a:xfrm>
        </p:grpSpPr>
        <p:pic>
          <p:nvPicPr>
            <p:cNvPr id="217" name="图形 216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33615" y="11901053"/>
              <a:ext cx="715342" cy="715342"/>
            </a:xfrm>
            <a:prstGeom prst="rect">
              <a:avLst/>
            </a:prstGeom>
          </p:spPr>
        </p:pic>
        <p:sp>
          <p:nvSpPr>
            <p:cNvPr id="251" name="矩形 250"/>
            <p:cNvSpPr/>
            <p:nvPr/>
          </p:nvSpPr>
          <p:spPr>
            <a:xfrm>
              <a:off x="4567710" y="11870205"/>
              <a:ext cx="464851" cy="4130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r>
                <a:rPr lang="en-US" altLang="zh-CN" sz="11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3" name="文本框 262"/>
          <p:cNvSpPr txBox="1"/>
          <p:nvPr/>
        </p:nvSpPr>
        <p:spPr>
          <a:xfrm>
            <a:off x="11597640" y="2045970"/>
            <a:ext cx="141541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Asking Agent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13474700" y="2059940"/>
            <a:ext cx="22466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User(Answering Agent)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5" name="图形 26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11170" y="3669913"/>
            <a:ext cx="288000" cy="288000"/>
          </a:xfrm>
          <a:prstGeom prst="rect">
            <a:avLst/>
          </a:prstGeom>
        </p:spPr>
      </p:pic>
      <p:sp>
        <p:nvSpPr>
          <p:cNvPr id="206" name="箭头: 下 205"/>
          <p:cNvSpPr/>
          <p:nvPr/>
        </p:nvSpPr>
        <p:spPr>
          <a:xfrm>
            <a:off x="13439775" y="3156585"/>
            <a:ext cx="343535" cy="25273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0" dirty="0"/>
          </a:p>
        </p:txBody>
      </p:sp>
      <p:cxnSp>
        <p:nvCxnSpPr>
          <p:cNvPr id="224" name="直接箭头连接符 223"/>
          <p:cNvCxnSpPr>
            <a:stCxn id="208" idx="3"/>
            <a:endCxn id="117" idx="1"/>
          </p:cNvCxnSpPr>
          <p:nvPr/>
        </p:nvCxnSpPr>
        <p:spPr>
          <a:xfrm flipV="1">
            <a:off x="7960081" y="2170303"/>
            <a:ext cx="1972310" cy="1905"/>
          </a:xfrm>
          <a:prstGeom prst="straightConnector1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矩形 227"/>
          <p:cNvSpPr/>
          <p:nvPr/>
        </p:nvSpPr>
        <p:spPr>
          <a:xfrm>
            <a:off x="8450100" y="1842875"/>
            <a:ext cx="73743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Train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9" name="直接箭头连接符 228"/>
          <p:cNvCxnSpPr>
            <a:stCxn id="106" idx="3"/>
            <a:endCxn id="143" idx="1"/>
          </p:cNvCxnSpPr>
          <p:nvPr/>
        </p:nvCxnSpPr>
        <p:spPr>
          <a:xfrm>
            <a:off x="2837731" y="2115663"/>
            <a:ext cx="1089052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矩形 230"/>
          <p:cNvSpPr/>
          <p:nvPr/>
        </p:nvSpPr>
        <p:spPr>
          <a:xfrm>
            <a:off x="2941314" y="1801767"/>
            <a:ext cx="890774" cy="23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Perturb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3381825" y="2342990"/>
            <a:ext cx="1365635" cy="404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Perturbed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4" name="图形 27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83519" y="1630152"/>
            <a:ext cx="359999" cy="359999"/>
          </a:xfrm>
          <a:prstGeom prst="rect">
            <a:avLst/>
          </a:prstGeom>
        </p:spPr>
      </p:pic>
      <p:sp>
        <p:nvSpPr>
          <p:cNvPr id="275" name="椭圆 274"/>
          <p:cNvSpPr/>
          <p:nvPr/>
        </p:nvSpPr>
        <p:spPr>
          <a:xfrm>
            <a:off x="2023453" y="3253160"/>
            <a:ext cx="252000" cy="250819"/>
          </a:xfrm>
          <a:prstGeom prst="ellipse">
            <a:avLst/>
          </a:prstGeom>
          <a:solidFill>
            <a:srgbClr val="005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椭圆 275"/>
          <p:cNvSpPr/>
          <p:nvPr/>
        </p:nvSpPr>
        <p:spPr>
          <a:xfrm>
            <a:off x="6758861" y="1395230"/>
            <a:ext cx="252000" cy="250819"/>
          </a:xfrm>
          <a:prstGeom prst="ellipse">
            <a:avLst/>
          </a:prstGeom>
          <a:solidFill>
            <a:srgbClr val="367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椭圆 276"/>
          <p:cNvSpPr/>
          <p:nvPr/>
        </p:nvSpPr>
        <p:spPr>
          <a:xfrm>
            <a:off x="2023453" y="1374315"/>
            <a:ext cx="252000" cy="250819"/>
          </a:xfrm>
          <a:prstGeom prst="ellipse">
            <a:avLst/>
          </a:prstGeom>
          <a:solidFill>
            <a:srgbClr val="005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椭圆 355"/>
          <p:cNvSpPr/>
          <p:nvPr/>
        </p:nvSpPr>
        <p:spPr>
          <a:xfrm>
            <a:off x="6929765" y="4648716"/>
            <a:ext cx="215999" cy="215999"/>
          </a:xfrm>
          <a:prstGeom prst="ellipse">
            <a:avLst/>
          </a:prstGeom>
          <a:solidFill>
            <a:srgbClr val="2CA9BC"/>
          </a:solidFill>
          <a:ln w="118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?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43" name="图形 14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6782" y="1935665"/>
            <a:ext cx="358062" cy="359999"/>
          </a:xfrm>
          <a:prstGeom prst="rect">
            <a:avLst/>
          </a:prstGeom>
        </p:spPr>
      </p:pic>
      <p:pic>
        <p:nvPicPr>
          <p:cNvPr id="103" name="图形 10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53145" y="2082127"/>
            <a:ext cx="251999" cy="252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388502" y="3756429"/>
            <a:ext cx="378825" cy="385968"/>
            <a:chOff x="1050915" y="4866167"/>
            <a:chExt cx="378825" cy="385968"/>
          </a:xfrm>
        </p:grpSpPr>
        <p:pic>
          <p:nvPicPr>
            <p:cNvPr id="151" name="图形 15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0915" y="4866167"/>
              <a:ext cx="358061" cy="360000"/>
            </a:xfrm>
            <a:prstGeom prst="rect">
              <a:avLst/>
            </a:prstGeom>
          </p:spPr>
        </p:pic>
        <p:pic>
          <p:nvPicPr>
            <p:cNvPr id="152" name="图形 151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77741" y="5000135"/>
              <a:ext cx="251999" cy="252000"/>
            </a:xfrm>
            <a:prstGeom prst="rect">
              <a:avLst/>
            </a:prstGeom>
          </p:spPr>
        </p:pic>
      </p:grpSp>
      <p:pic>
        <p:nvPicPr>
          <p:cNvPr id="160" name="图形 159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23400" y="3834841"/>
            <a:ext cx="387070" cy="359999"/>
          </a:xfrm>
          <a:prstGeom prst="rect">
            <a:avLst/>
          </a:prstGeom>
        </p:spPr>
      </p:pic>
      <p:cxnSp>
        <p:nvCxnSpPr>
          <p:cNvPr id="17" name="连接符: 肘形 16"/>
          <p:cNvCxnSpPr>
            <a:stCxn id="152" idx="2"/>
          </p:cNvCxnSpPr>
          <p:nvPr/>
        </p:nvCxnSpPr>
        <p:spPr>
          <a:xfrm rot="5400000" flipV="1">
            <a:off x="2870835" y="3913505"/>
            <a:ext cx="626745" cy="1085215"/>
          </a:xfrm>
          <a:prstGeom prst="bentConnector2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60" idx="2"/>
            <a:endCxn id="173" idx="0"/>
          </p:cNvCxnSpPr>
          <p:nvPr/>
        </p:nvCxnSpPr>
        <p:spPr>
          <a:xfrm>
            <a:off x="4216938" y="4194844"/>
            <a:ext cx="635" cy="337185"/>
          </a:xfrm>
          <a:prstGeom prst="straightConnector1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矩形 179"/>
          <p:cNvSpPr/>
          <p:nvPr/>
        </p:nvSpPr>
        <p:spPr>
          <a:xfrm>
            <a:off x="4400087" y="4477579"/>
            <a:ext cx="2074028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Uncertainty quantification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3890444" y="3593218"/>
            <a:ext cx="660999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806519" y="4531701"/>
            <a:ext cx="820839" cy="476754"/>
            <a:chOff x="2136827" y="5641439"/>
            <a:chExt cx="820839" cy="476754"/>
          </a:xfrm>
        </p:grpSpPr>
        <p:pic>
          <p:nvPicPr>
            <p:cNvPr id="164" name="图形 16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58011" y="5677099"/>
              <a:ext cx="358061" cy="360000"/>
            </a:xfrm>
            <a:prstGeom prst="rect">
              <a:avLst/>
            </a:prstGeom>
          </p:spPr>
        </p:pic>
        <p:sp>
          <p:nvSpPr>
            <p:cNvPr id="166" name="椭圆 165"/>
            <p:cNvSpPr>
              <a:spLocks noChangeAspect="1"/>
            </p:cNvSpPr>
            <p:nvPr/>
          </p:nvSpPr>
          <p:spPr>
            <a:xfrm>
              <a:off x="2571835" y="5690215"/>
              <a:ext cx="360000" cy="360000"/>
            </a:xfrm>
            <a:prstGeom prst="ellipse">
              <a:avLst/>
            </a:prstGeom>
            <a:solidFill>
              <a:srgbClr val="2CA9BC"/>
            </a:solidFill>
            <a:ln w="1181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UQ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矩形: 圆角 172"/>
            <p:cNvSpPr/>
            <p:nvPr/>
          </p:nvSpPr>
          <p:spPr>
            <a:xfrm>
              <a:off x="2136827" y="5641439"/>
              <a:ext cx="820839" cy="476754"/>
            </a:xfrm>
            <a:prstGeom prst="roundRect">
              <a:avLst>
                <a:gd name="adj" fmla="val 7086"/>
              </a:avLst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/>
            </a:p>
          </p:txBody>
        </p:sp>
        <p:pic>
          <p:nvPicPr>
            <p:cNvPr id="189" name="图形 188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294006" y="5805997"/>
              <a:ext cx="251999" cy="252000"/>
            </a:xfrm>
            <a:prstGeom prst="rect">
              <a:avLst/>
            </a:prstGeom>
          </p:spPr>
        </p:pic>
      </p:grpSp>
      <p:grpSp>
        <p:nvGrpSpPr>
          <p:cNvPr id="201" name="组合 200"/>
          <p:cNvGrpSpPr/>
          <p:nvPr/>
        </p:nvGrpSpPr>
        <p:grpSpPr>
          <a:xfrm>
            <a:off x="7139242" y="1933831"/>
            <a:ext cx="820839" cy="476754"/>
            <a:chOff x="2136827" y="5641439"/>
            <a:chExt cx="820839" cy="476754"/>
          </a:xfrm>
        </p:grpSpPr>
        <p:pic>
          <p:nvPicPr>
            <p:cNvPr id="203" name="图形 20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58011" y="5677099"/>
              <a:ext cx="358061" cy="360000"/>
            </a:xfrm>
            <a:prstGeom prst="rect">
              <a:avLst/>
            </a:prstGeom>
          </p:spPr>
        </p:pic>
        <p:sp>
          <p:nvSpPr>
            <p:cNvPr id="205" name="椭圆 204"/>
            <p:cNvSpPr>
              <a:spLocks noChangeAspect="1"/>
            </p:cNvSpPr>
            <p:nvPr/>
          </p:nvSpPr>
          <p:spPr>
            <a:xfrm>
              <a:off x="2571835" y="5694845"/>
              <a:ext cx="360000" cy="360000"/>
            </a:xfrm>
            <a:prstGeom prst="ellipse">
              <a:avLst/>
            </a:prstGeom>
            <a:solidFill>
              <a:srgbClr val="2CA9BC"/>
            </a:solidFill>
            <a:ln w="1181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UQ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矩形: 圆角 207"/>
            <p:cNvSpPr/>
            <p:nvPr/>
          </p:nvSpPr>
          <p:spPr>
            <a:xfrm>
              <a:off x="2136827" y="5641439"/>
              <a:ext cx="820839" cy="476754"/>
            </a:xfrm>
            <a:prstGeom prst="roundRect">
              <a:avLst>
                <a:gd name="adj" fmla="val 7086"/>
              </a:avLst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/>
            </a:p>
          </p:txBody>
        </p:sp>
        <p:pic>
          <p:nvPicPr>
            <p:cNvPr id="212" name="图形 211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294006" y="5805997"/>
              <a:ext cx="251999" cy="252000"/>
            </a:xfrm>
            <a:prstGeom prst="rect">
              <a:avLst/>
            </a:prstGeom>
          </p:spPr>
        </p:pic>
      </p:grpSp>
      <p:cxnSp>
        <p:nvCxnSpPr>
          <p:cNvPr id="92" name="连接符: 肘形 91"/>
          <p:cNvCxnSpPr>
            <a:stCxn id="149" idx="0"/>
            <a:endCxn id="281" idx="1"/>
          </p:cNvCxnSpPr>
          <p:nvPr/>
        </p:nvCxnSpPr>
        <p:spPr>
          <a:xfrm rot="16200000">
            <a:off x="8665528" y="3800793"/>
            <a:ext cx="374650" cy="887095"/>
          </a:xfrm>
          <a:prstGeom prst="bentConnector2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/>
          <p:cNvCxnSpPr>
            <a:stCxn id="149" idx="4"/>
            <a:endCxn id="282" idx="1"/>
          </p:cNvCxnSpPr>
          <p:nvPr/>
        </p:nvCxnSpPr>
        <p:spPr>
          <a:xfrm rot="16200000" flipH="1">
            <a:off x="8689433" y="4511083"/>
            <a:ext cx="316628" cy="878094"/>
          </a:xfrm>
          <a:prstGeom prst="bentConnector2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矩形 245"/>
          <p:cNvSpPr/>
          <p:nvPr/>
        </p:nvSpPr>
        <p:spPr>
          <a:xfrm>
            <a:off x="6699415" y="4834916"/>
            <a:ext cx="147328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 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8569649" y="3746577"/>
            <a:ext cx="62225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矩形 255"/>
          <p:cNvSpPr/>
          <p:nvPr/>
        </p:nvSpPr>
        <p:spPr>
          <a:xfrm>
            <a:off x="8569649" y="4775977"/>
            <a:ext cx="62225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9754225" y="3788572"/>
            <a:ext cx="834646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A8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Clarify </a:t>
            </a:r>
            <a:endParaRPr lang="en-US" altLang="zh-CN" sz="1400" b="1" dirty="0">
              <a:solidFill>
                <a:srgbClr val="A8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rgbClr val="A8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</a:t>
            </a:r>
            <a:endParaRPr lang="en-US" altLang="zh-CN" sz="1400" b="1" dirty="0">
              <a:solidFill>
                <a:srgbClr val="A8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1" name="图形 24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00996" y="3854358"/>
            <a:ext cx="359999" cy="359999"/>
          </a:xfrm>
          <a:prstGeom prst="rect">
            <a:avLst/>
          </a:prstGeom>
        </p:spPr>
      </p:pic>
      <p:sp>
        <p:nvSpPr>
          <p:cNvPr id="281" name="矩形: 圆角 280"/>
          <p:cNvSpPr/>
          <p:nvPr/>
        </p:nvSpPr>
        <p:spPr>
          <a:xfrm>
            <a:off x="9296263" y="3768795"/>
            <a:ext cx="1296001" cy="576000"/>
          </a:xfrm>
          <a:prstGeom prst="roundRect">
            <a:avLst>
              <a:gd name="adj" fmla="val 4002"/>
            </a:avLst>
          </a:prstGeom>
          <a:noFill/>
          <a:ln>
            <a:solidFill>
              <a:srgbClr val="A88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/>
          </a:p>
        </p:txBody>
      </p:sp>
      <p:grpSp>
        <p:nvGrpSpPr>
          <p:cNvPr id="129" name="组合 128"/>
          <p:cNvGrpSpPr/>
          <p:nvPr/>
        </p:nvGrpSpPr>
        <p:grpSpPr>
          <a:xfrm>
            <a:off x="9286794" y="4820441"/>
            <a:ext cx="1499780" cy="576000"/>
            <a:chOff x="9539822" y="5863917"/>
            <a:chExt cx="1404183" cy="576000"/>
          </a:xfrm>
        </p:grpSpPr>
        <p:sp>
          <p:nvSpPr>
            <p:cNvPr id="176" name="矩形 175"/>
            <p:cNvSpPr/>
            <p:nvPr/>
          </p:nvSpPr>
          <p:spPr>
            <a:xfrm>
              <a:off x="9941951" y="5898040"/>
              <a:ext cx="1002054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3672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Generate </a:t>
              </a:r>
              <a:endParaRPr lang="en-US" altLang="zh-CN" sz="14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 b="1" dirty="0">
                  <a:solidFill>
                    <a:srgbClr val="3672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Directly</a:t>
              </a:r>
              <a:endParaRPr lang="zh-CN" altLang="en-US" sz="1400" b="1" dirty="0">
                <a:solidFill>
                  <a:srgbClr val="36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40" name="图形 239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636573" y="5963646"/>
              <a:ext cx="333844" cy="360000"/>
            </a:xfrm>
            <a:prstGeom prst="rect">
              <a:avLst/>
            </a:prstGeom>
          </p:spPr>
        </p:pic>
        <p:sp>
          <p:nvSpPr>
            <p:cNvPr id="282" name="矩形: 圆角 281"/>
            <p:cNvSpPr/>
            <p:nvPr/>
          </p:nvSpPr>
          <p:spPr>
            <a:xfrm>
              <a:off x="9539822" y="5863917"/>
              <a:ext cx="1402146" cy="576000"/>
            </a:xfrm>
            <a:prstGeom prst="roundRect">
              <a:avLst>
                <a:gd name="adj" fmla="val 4002"/>
              </a:avLst>
            </a:prstGeom>
            <a:noFill/>
            <a:ln>
              <a:solidFill>
                <a:srgbClr val="36722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/>
            </a:p>
          </p:txBody>
        </p:sp>
      </p:grpSp>
      <p:sp>
        <p:nvSpPr>
          <p:cNvPr id="295" name="矩形 294"/>
          <p:cNvSpPr/>
          <p:nvPr/>
        </p:nvSpPr>
        <p:spPr>
          <a:xfrm>
            <a:off x="12019280" y="3677920"/>
            <a:ext cx="3184525" cy="339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Generation 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(downstream usage)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7" name="直接箭头连接符 296"/>
          <p:cNvCxnSpPr>
            <a:stCxn id="314" idx="3"/>
            <a:endCxn id="310" idx="1"/>
          </p:cNvCxnSpPr>
          <p:nvPr/>
        </p:nvCxnSpPr>
        <p:spPr>
          <a:xfrm>
            <a:off x="12576570" y="4451691"/>
            <a:ext cx="1845945" cy="184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4321555" y="4727429"/>
            <a:ext cx="707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9" name="图形 30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01999" y="4045267"/>
            <a:ext cx="359999" cy="359999"/>
          </a:xfrm>
          <a:prstGeom prst="rect">
            <a:avLst/>
          </a:prstGeom>
        </p:spPr>
      </p:pic>
      <p:pic>
        <p:nvPicPr>
          <p:cNvPr id="310" name="图形 309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423019" y="4290107"/>
            <a:ext cx="387070" cy="359999"/>
          </a:xfrm>
          <a:prstGeom prst="rect">
            <a:avLst/>
          </a:prstGeom>
        </p:spPr>
      </p:pic>
      <p:pic>
        <p:nvPicPr>
          <p:cNvPr id="314" name="图形 3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16571" y="4271692"/>
            <a:ext cx="359999" cy="359999"/>
          </a:xfrm>
          <a:prstGeom prst="rect">
            <a:avLst/>
          </a:prstGeom>
        </p:spPr>
      </p:pic>
      <p:pic>
        <p:nvPicPr>
          <p:cNvPr id="315" name="图形 31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506426" y="4480545"/>
            <a:ext cx="215999" cy="215999"/>
          </a:xfrm>
          <a:prstGeom prst="rect">
            <a:avLst/>
          </a:prstGeom>
        </p:spPr>
      </p:pic>
      <p:sp>
        <p:nvSpPr>
          <p:cNvPr id="327" name="矩形 326"/>
          <p:cNvSpPr/>
          <p:nvPr/>
        </p:nvSpPr>
        <p:spPr>
          <a:xfrm>
            <a:off x="4836160" y="1475105"/>
            <a:ext cx="1182370" cy="1520825"/>
          </a:xfrm>
          <a:prstGeom prst="rect">
            <a:avLst/>
          </a:prstGeom>
          <a:noFill/>
          <a:ln w="19050">
            <a:solidFill>
              <a:srgbClr val="0050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Factors: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Content,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Format,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Example,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Verbose,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Noise,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Typo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11588750" y="4656226"/>
            <a:ext cx="1679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Clarified or low-risk requirement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" name="矩形 336"/>
          <p:cNvSpPr/>
          <p:nvPr/>
        </p:nvSpPr>
        <p:spPr>
          <a:xfrm>
            <a:off x="2768445" y="5166683"/>
            <a:ext cx="3207753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-Uncertainty Quantification Score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8" name="椭圆 337"/>
          <p:cNvSpPr>
            <a:spLocks noChangeAspect="1"/>
          </p:cNvSpPr>
          <p:nvPr/>
        </p:nvSpPr>
        <p:spPr>
          <a:xfrm>
            <a:off x="2446546" y="5138038"/>
            <a:ext cx="359999" cy="359999"/>
          </a:xfrm>
          <a:prstGeom prst="ellipse">
            <a:avLst/>
          </a:prstGeom>
          <a:solidFill>
            <a:srgbClr val="2CA9BC"/>
          </a:solidFill>
          <a:ln w="118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UQ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9265196" y="2435462"/>
            <a:ext cx="1684239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RoBERTa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-based Classifier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8" name="图形 3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8814" y="4104500"/>
            <a:ext cx="396002" cy="39600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773045" y="3959225"/>
            <a:ext cx="1385570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mid-size model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1321</Words>
  <Application>WPS 演示</Application>
  <PresentationFormat>自定义</PresentationFormat>
  <Paragraphs>207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枫凯 木</dc:creator>
  <cp:lastModifiedBy>连小利</cp:lastModifiedBy>
  <cp:revision>95</cp:revision>
  <dcterms:created xsi:type="dcterms:W3CDTF">2026-06-02T11:47:00Z</dcterms:created>
  <dcterms:modified xsi:type="dcterms:W3CDTF">2026-06-30T04:30:39Z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01E3D4BCD47347FF8BB2484FAA89B79E_12</vt:lpwstr>
  </property>
  <property fmtid="{D5CDD505-2E9C-101B-9397-08002B2CF9AE}" pid="3" name="KSOProductBuildVer">
    <vt:lpwstr>2052-12.1.0.23542</vt:lpwstr>
  </property>
</Properties>
</file>